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20BB5-473B-4D9B-BA78-87B4ABD705BB}" v="11" dt="2026-05-10T00:10:39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rahman noaman" userId="409552ad39570f7b" providerId="Windows Live" clId="Web-{47920BB5-473B-4D9B-BA78-87B4ABD705BB}"/>
    <pc:docChg chg="modSld">
      <pc:chgData name="abdulrahman noaman" userId="409552ad39570f7b" providerId="Windows Live" clId="Web-{47920BB5-473B-4D9B-BA78-87B4ABD705BB}" dt="2026-05-10T00:10:39.151" v="10" actId="20577"/>
      <pc:docMkLst>
        <pc:docMk/>
      </pc:docMkLst>
      <pc:sldChg chg="addSp">
        <pc:chgData name="abdulrahman noaman" userId="409552ad39570f7b" providerId="Windows Live" clId="Web-{47920BB5-473B-4D9B-BA78-87B4ABD705BB}" dt="2026-05-10T00:08:48.163" v="0"/>
        <pc:sldMkLst>
          <pc:docMk/>
          <pc:sldMk cId="0" sldId="257"/>
        </pc:sldMkLst>
        <pc:spChg chg="add">
          <ac:chgData name="abdulrahman noaman" userId="409552ad39570f7b" providerId="Windows Live" clId="Web-{47920BB5-473B-4D9B-BA78-87B4ABD705BB}" dt="2026-05-10T00:08:48.163" v="0"/>
          <ac:spMkLst>
            <pc:docMk/>
            <pc:sldMk cId="0" sldId="257"/>
            <ac:spMk id="27" creationId="{821C38C9-D004-BFF8-9ADD-FA4494D9A112}"/>
          </ac:spMkLst>
        </pc:spChg>
      </pc:sldChg>
      <pc:sldChg chg="addSp">
        <pc:chgData name="abdulrahman noaman" userId="409552ad39570f7b" providerId="Windows Live" clId="Web-{47920BB5-473B-4D9B-BA78-87B4ABD705BB}" dt="2026-05-10T00:08:55.132" v="1"/>
        <pc:sldMkLst>
          <pc:docMk/>
          <pc:sldMk cId="0" sldId="258"/>
        </pc:sldMkLst>
        <pc:spChg chg="add">
          <ac:chgData name="abdulrahman noaman" userId="409552ad39570f7b" providerId="Windows Live" clId="Web-{47920BB5-473B-4D9B-BA78-87B4ABD705BB}" dt="2026-05-10T00:08:55.132" v="1"/>
          <ac:spMkLst>
            <pc:docMk/>
            <pc:sldMk cId="0" sldId="258"/>
            <ac:spMk id="6" creationId="{656AB236-134F-EE53-93BE-E5291F9022F8}"/>
          </ac:spMkLst>
        </pc:spChg>
      </pc:sldChg>
      <pc:sldChg chg="addSp modSp">
        <pc:chgData name="abdulrahman noaman" userId="409552ad39570f7b" providerId="Windows Live" clId="Web-{47920BB5-473B-4D9B-BA78-87B4ABD705BB}" dt="2026-05-10T00:10:39.151" v="10" actId="20577"/>
        <pc:sldMkLst>
          <pc:docMk/>
          <pc:sldMk cId="0" sldId="259"/>
        </pc:sldMkLst>
        <pc:spChg chg="mod">
          <ac:chgData name="abdulrahman noaman" userId="409552ad39570f7b" providerId="Windows Live" clId="Web-{47920BB5-473B-4D9B-BA78-87B4ABD705BB}" dt="2026-05-10T00:10:39.151" v="10" actId="20577"/>
          <ac:spMkLst>
            <pc:docMk/>
            <pc:sldMk cId="0" sldId="259"/>
            <ac:spMk id="2" creationId="{00000000-0000-0000-0000-000000000000}"/>
          </ac:spMkLst>
        </pc:spChg>
        <pc:spChg chg="add">
          <ac:chgData name="abdulrahman noaman" userId="409552ad39570f7b" providerId="Windows Live" clId="Web-{47920BB5-473B-4D9B-BA78-87B4ABD705BB}" dt="2026-05-10T00:09:01.788" v="2"/>
          <ac:spMkLst>
            <pc:docMk/>
            <pc:sldMk cId="0" sldId="259"/>
            <ac:spMk id="6" creationId="{E3807D98-6ACB-A76D-D7EE-0C5B24FF40F2}"/>
          </ac:spMkLst>
        </pc:spChg>
      </pc:sldChg>
      <pc:sldChg chg="addSp">
        <pc:chgData name="abdulrahman noaman" userId="409552ad39570f7b" providerId="Windows Live" clId="Web-{47920BB5-473B-4D9B-BA78-87B4ABD705BB}" dt="2026-05-10T00:09:08.163" v="3"/>
        <pc:sldMkLst>
          <pc:docMk/>
          <pc:sldMk cId="0" sldId="260"/>
        </pc:sldMkLst>
        <pc:spChg chg="add">
          <ac:chgData name="abdulrahman noaman" userId="409552ad39570f7b" providerId="Windows Live" clId="Web-{47920BB5-473B-4D9B-BA78-87B4ABD705BB}" dt="2026-05-10T00:09:08.163" v="3"/>
          <ac:spMkLst>
            <pc:docMk/>
            <pc:sldMk cId="0" sldId="260"/>
            <ac:spMk id="21" creationId="{69AD4BC7-80A5-4A6C-B591-40E9885C60C2}"/>
          </ac:spMkLst>
        </pc:spChg>
      </pc:sldChg>
      <pc:sldChg chg="addSp">
        <pc:chgData name="abdulrahman noaman" userId="409552ad39570f7b" providerId="Windows Live" clId="Web-{47920BB5-473B-4D9B-BA78-87B4ABD705BB}" dt="2026-05-10T00:09:13.132" v="4"/>
        <pc:sldMkLst>
          <pc:docMk/>
          <pc:sldMk cId="0" sldId="261"/>
        </pc:sldMkLst>
        <pc:spChg chg="add">
          <ac:chgData name="abdulrahman noaman" userId="409552ad39570f7b" providerId="Windows Live" clId="Web-{47920BB5-473B-4D9B-BA78-87B4ABD705BB}" dt="2026-05-10T00:09:13.132" v="4"/>
          <ac:spMkLst>
            <pc:docMk/>
            <pc:sldMk cId="0" sldId="261"/>
            <ac:spMk id="10" creationId="{F60C8785-FEE3-5A73-E61B-44B31CC9EADF}"/>
          </ac:spMkLst>
        </pc:spChg>
      </pc:sldChg>
      <pc:sldChg chg="addSp">
        <pc:chgData name="abdulrahman noaman" userId="409552ad39570f7b" providerId="Windows Live" clId="Web-{47920BB5-473B-4D9B-BA78-87B4ABD705BB}" dt="2026-05-10T00:09:17.320" v="5"/>
        <pc:sldMkLst>
          <pc:docMk/>
          <pc:sldMk cId="0" sldId="262"/>
        </pc:sldMkLst>
        <pc:spChg chg="add">
          <ac:chgData name="abdulrahman noaman" userId="409552ad39570f7b" providerId="Windows Live" clId="Web-{47920BB5-473B-4D9B-BA78-87B4ABD705BB}" dt="2026-05-10T00:09:17.320" v="5"/>
          <ac:spMkLst>
            <pc:docMk/>
            <pc:sldMk cId="0" sldId="262"/>
            <ac:spMk id="16" creationId="{D2204080-2D6D-8118-2C14-858ADA5585DF}"/>
          </ac:spMkLst>
        </pc:spChg>
      </pc:sldChg>
      <pc:sldChg chg="addSp">
        <pc:chgData name="abdulrahman noaman" userId="409552ad39570f7b" providerId="Windows Live" clId="Web-{47920BB5-473B-4D9B-BA78-87B4ABD705BB}" dt="2026-05-10T00:09:21.648" v="6"/>
        <pc:sldMkLst>
          <pc:docMk/>
          <pc:sldMk cId="0" sldId="263"/>
        </pc:sldMkLst>
        <pc:spChg chg="add">
          <ac:chgData name="abdulrahman noaman" userId="409552ad39570f7b" providerId="Windows Live" clId="Web-{47920BB5-473B-4D9B-BA78-87B4ABD705BB}" dt="2026-05-10T00:09:21.648" v="6"/>
          <ac:spMkLst>
            <pc:docMk/>
            <pc:sldMk cId="0" sldId="263"/>
            <ac:spMk id="21" creationId="{9D49A33F-BA34-5B6E-1FF3-02F1373EF6F2}"/>
          </ac:spMkLst>
        </pc:spChg>
      </pc:sldChg>
      <pc:sldChg chg="addSp">
        <pc:chgData name="abdulrahman noaman" userId="409552ad39570f7b" providerId="Windows Live" clId="Web-{47920BB5-473B-4D9B-BA78-87B4ABD705BB}" dt="2026-05-10T00:09:25.414" v="7"/>
        <pc:sldMkLst>
          <pc:docMk/>
          <pc:sldMk cId="0" sldId="264"/>
        </pc:sldMkLst>
        <pc:spChg chg="add">
          <ac:chgData name="abdulrahman noaman" userId="409552ad39570f7b" providerId="Windows Live" clId="Web-{47920BB5-473B-4D9B-BA78-87B4ABD705BB}" dt="2026-05-10T00:09:25.414" v="7"/>
          <ac:spMkLst>
            <pc:docMk/>
            <pc:sldMk cId="0" sldId="264"/>
            <ac:spMk id="29" creationId="{6AEE1D7A-67AB-DB33-5AEC-8B09024BFC7F}"/>
          </ac:spMkLst>
        </pc:spChg>
      </pc:sldChg>
      <pc:sldChg chg="addSp">
        <pc:chgData name="abdulrahman noaman" userId="409552ad39570f7b" providerId="Windows Live" clId="Web-{47920BB5-473B-4D9B-BA78-87B4ABD705BB}" dt="2026-05-10T00:09:30.508" v="8"/>
        <pc:sldMkLst>
          <pc:docMk/>
          <pc:sldMk cId="0" sldId="265"/>
        </pc:sldMkLst>
        <pc:spChg chg="add">
          <ac:chgData name="abdulrahman noaman" userId="409552ad39570f7b" providerId="Windows Live" clId="Web-{47920BB5-473B-4D9B-BA78-87B4ABD705BB}" dt="2026-05-10T00:09:30.508" v="8"/>
          <ac:spMkLst>
            <pc:docMk/>
            <pc:sldMk cId="0" sldId="265"/>
            <ac:spMk id="37" creationId="{18813FA8-FD54-9503-FF83-2AD786D750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8A0CC-9740-4D31-874A-C65449BED96D}" type="datetimeFigureOut"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B25F2-CA4F-44C6-9EF3-FDB0B834B0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5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0387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AutoParts Hub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5945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e-commerce platform for car parts and repair services — built for car owners, enthusiasts, and repair shops.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507977"/>
            <a:ext cx="4722763" cy="1056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2713434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 Fix My Car Group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099718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Course: Mobile Commerce 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48600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Dr. Mohammed Haitham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 Academy for Science, Technology &amp; Maritime Transport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88516"/>
            <a:ext cx="360260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AutoParts Hub?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993130"/>
            <a:ext cx="8275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AutoParts Hub is a comprehensive e-commerce platform for car parts and repair services, designed to simplify vehicle maintenance for every car owner.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34132" y="1487239"/>
            <a:ext cx="2686199" cy="1369070"/>
          </a:xfrm>
          <a:prstGeom prst="roundRect">
            <a:avLst>
              <a:gd name="adj" fmla="val 38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868" y="161597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5187" y="1718221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2868" y="209654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Browse &amp; Purchase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2868" y="2355503"/>
            <a:ext cx="242872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 car parts from trusted vendors with a seamless checkout experience.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8826" y="1487239"/>
            <a:ext cx="2686273" cy="1369070"/>
          </a:xfrm>
          <a:prstGeom prst="roundRect">
            <a:avLst>
              <a:gd name="adj" fmla="val 38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57563" y="161597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9882" y="1718221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7563" y="2096542"/>
            <a:ext cx="16391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Mechanic on Demand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57563" y="2355503"/>
            <a:ext cx="242880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professional mechanics directly to your location.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23595" y="1487239"/>
            <a:ext cx="2686199" cy="1369070"/>
          </a:xfrm>
          <a:prstGeom prst="roundRect">
            <a:avLst>
              <a:gd name="adj" fmla="val 38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52331" y="1615976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651" y="1718221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2331" y="209654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52331" y="2355503"/>
            <a:ext cx="242872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car advice to help you make informed decisions.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34132" y="2964805"/>
            <a:ext cx="8275662" cy="1183035"/>
          </a:xfrm>
          <a:prstGeom prst="roundRect">
            <a:avLst>
              <a:gd name="adj" fmla="val 440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2868" y="3093541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187" y="3195786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868" y="357410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Favorites &amp; Tracking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2868" y="3833068"/>
            <a:ext cx="801819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favorite products and track orders in real-time.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34132" y="4269879"/>
            <a:ext cx="8275737" cy="485105"/>
          </a:xfrm>
          <a:prstGeom prst="roundRect">
            <a:avLst>
              <a:gd name="adj" fmla="val 10740"/>
            </a:avLst>
          </a:prstGeom>
          <a:solidFill>
            <a:srgbClr val="B6D6F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105" y="4454426"/>
            <a:ext cx="155004" cy="12397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37084" y="4409331"/>
            <a:ext cx="77488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Audience:</a:t>
            </a: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 owners, car enthusiasts, and repair shops.</a:t>
            </a:r>
            <a:endParaRPr lang="en-US" sz="95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1C38C9-D004-BFF8-9ADD-FA4494D9A112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8908"/>
            <a:ext cx="58316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Flow Diagram &amp; UI/UX Animations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95413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diagram below illustrates the complete user journey through the AutoParts Hub application, from onboarding to order completion and service requests.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67979"/>
            <a:ext cx="3307854" cy="214714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9816" y="2167979"/>
            <a:ext cx="4410521" cy="2134121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6AB236-134F-EE53-93BE-E5291F9022F8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1201"/>
            <a:ext cx="550247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0"/>
              </a:lnSpc>
            </a:pPr>
            <a:r>
              <a:rPr lang="en-US" sz="2750" b="1">
                <a:solidFill>
                  <a:srgbClr val="000000"/>
                </a:solidFill>
                <a:latin typeface="Inter Bold"/>
                <a:ea typeface="Inter Bold"/>
                <a:cs typeface="Inter Bold" pitchFamily="34" charset="-120"/>
              </a:rPr>
              <a:t>System Architecture</a:t>
            </a:r>
            <a:endParaRPr lang="en-US" sz="2750" b="1">
              <a:latin typeface="Inter Bold"/>
              <a:ea typeface="Inter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6770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architecture diagram below outlines the technical structure of AutoParts Hub, showing how frontend, backend, and data layers interact.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40272"/>
            <a:ext cx="2713211" cy="25804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969" y="1940272"/>
            <a:ext cx="5092601" cy="260255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807D98-6ACB-A76D-D7EE-0C5B24FF40F2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1652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Screenshots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995958"/>
            <a:ext cx="8244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visual walkthrough of the AutoParts Hub mobile application interface, showcasing the home screen, product browsing, AI assistant, mechanic booking, order tracking, and more.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58" y="1601912"/>
            <a:ext cx="727621" cy="147741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244" y="1601912"/>
            <a:ext cx="701725" cy="147741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1735" y="1601912"/>
            <a:ext cx="705445" cy="1477417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946" y="1601912"/>
            <a:ext cx="683270" cy="1477417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5982" y="1601912"/>
            <a:ext cx="712812" cy="1477417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1560" y="1601912"/>
            <a:ext cx="712812" cy="1477417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37138" y="1601912"/>
            <a:ext cx="694358" cy="1477417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34261" y="1601912"/>
            <a:ext cx="705445" cy="1477417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2472" y="1601912"/>
            <a:ext cx="709092" cy="1477417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4330" y="1601912"/>
            <a:ext cx="712812" cy="1477417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3316" y="3182094"/>
            <a:ext cx="731267" cy="1477417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97348" y="3182094"/>
            <a:ext cx="712812" cy="1477417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12927" y="3182094"/>
            <a:ext cx="723900" cy="1477417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39592" y="3182094"/>
            <a:ext cx="709092" cy="1477417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51450" y="3182094"/>
            <a:ext cx="698078" cy="1477417"/>
          </a:xfrm>
          <a:prstGeom prst="rect">
            <a:avLst/>
          </a:prstGeom>
        </p:spPr>
      </p:pic>
      <p:pic>
        <p:nvPicPr>
          <p:cNvPr id="1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52294" y="3182094"/>
            <a:ext cx="720179" cy="1477417"/>
          </a:xfrm>
          <a:prstGeom prst="rect">
            <a:avLst/>
          </a:prstGeom>
        </p:spPr>
      </p:pic>
      <p:pic>
        <p:nvPicPr>
          <p:cNvPr id="20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75239" y="3182094"/>
            <a:ext cx="705445" cy="1477417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AD4BC7-80A5-4A6C-B591-40E9885C60C2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815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SDG Alignment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93738"/>
            <a:ext cx="4107135" cy="2411611"/>
          </a:xfrm>
          <a:prstGeom prst="roundRect">
            <a:avLst>
              <a:gd name="adj" fmla="val 4233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8354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Commitment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98712"/>
            <a:ext cx="38236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AutoParts Hub is designed with sustainability at its core, contributing to multiple United Nations Sustainable Development Goals through eco-conscious features and community-driven services.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8382" y="3265438"/>
            <a:ext cx="361101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"Our app makes car maintenance more sustainable by connecting users with local suppliers and promoting eco-friendly parts."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5781" y="3265438"/>
            <a:ext cx="19050" cy="680442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4749701" y="18354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We Contribute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198712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Promotes sustainable industrialization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eco-friendly auto parts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waste through quality products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users with local repair shops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transportation emissions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Encourages innovation in auto parts industry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0C8785-FEE3-5A73-E61B-44B31CC9EADF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511894"/>
            <a:ext cx="33780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Work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191741"/>
            <a:ext cx="81981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AutoParts Hub follows a phased release strategy to progressively enhance functionality and user experience.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547738"/>
            <a:ext cx="2732708" cy="5404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7963" y="22169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Short-Term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7963" y="2505298"/>
            <a:ext cx="246258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Release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7963" y="2793653"/>
            <a:ext cx="2462585" cy="140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notifications for order updates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order tracking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support (Arabic/English)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 theme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609" y="1547738"/>
            <a:ext cx="2732708" cy="5404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40671" y="22169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Medium-Term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340671" y="2505298"/>
            <a:ext cx="246258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Release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40671" y="2793653"/>
            <a:ext cx="2462585" cy="140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gateway integration (Stripe, PayPal, Fawry)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reviews and ratings for products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points system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media login (Google, Apple)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317" y="1547738"/>
            <a:ext cx="2732782" cy="5404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3378" y="22169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073378" y="2505298"/>
            <a:ext cx="246265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Release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073378" y="2793653"/>
            <a:ext cx="2462659" cy="170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 part viewer (see parts in 3D)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search for products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 scheduling calendar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analytics dashboard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between users and mechanics</a:t>
            </a:r>
            <a:endParaRPr lang="en-US" sz="10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part recommendations</a:t>
            </a:r>
            <a:endParaRPr lang="en-US" sz="10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204080-2D6D-8118-2C14-858ADA5585DF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903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55539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4555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1762051"/>
            <a:ext cx="2067595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Flutter SDK 3.41.4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Dart Programming Language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Design 3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45553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4555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1762051"/>
            <a:ext cx="2067595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Authentication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Firestore (NoSQL Database)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Storage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455539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14555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 Database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1762051"/>
            <a:ext cx="20675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(sqflite package)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5194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7658" y="30519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APIs &amp; Services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27658" y="3358455"/>
            <a:ext cx="2067595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Location API (ipapi.co)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Client for API calls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5194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803972" y="30519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Tools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803972" y="3358455"/>
            <a:ext cx="206759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Studio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&amp; GitHub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Console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3051944"/>
            <a:ext cx="354360" cy="3543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80287" y="30519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State Management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580287" y="3358455"/>
            <a:ext cx="2067595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setState (UI state)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FutureBuilder (Async data)</a:t>
            </a:r>
            <a:endParaRPr lang="en-US" sz="11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9A33F-BA34-5B6E-1FF3-02F1373EF6F2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20142"/>
            <a:ext cx="3909268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 &amp;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640" y="1115318"/>
            <a:ext cx="8182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AutoParts Hub was developed by a collaborative team, each contributing specialized expertise to deliver a complete mobile commerce solution.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0640" y="1697608"/>
            <a:ext cx="2638871" cy="1661815"/>
          </a:xfrm>
          <a:prstGeom prst="roundRect">
            <a:avLst>
              <a:gd name="adj" fmla="val 347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9690" y="1716658"/>
            <a:ext cx="2600771" cy="411956"/>
          </a:xfrm>
          <a:prstGeom prst="roundRect">
            <a:avLst>
              <a:gd name="adj" fmla="val 8453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7087" y="1817266"/>
            <a:ext cx="205978" cy="2059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6984" y="2261592"/>
            <a:ext cx="2326184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Lead &amp; Backend Developer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6984" y="2770436"/>
            <a:ext cx="232618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Firebase, Firestore integration and backend architecture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2490" y="1697608"/>
            <a:ext cx="2638946" cy="1661815"/>
          </a:xfrm>
          <a:prstGeom prst="roundRect">
            <a:avLst>
              <a:gd name="adj" fmla="val 347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71540" y="1716658"/>
            <a:ext cx="2600846" cy="411956"/>
          </a:xfrm>
          <a:prstGeom prst="roundRect">
            <a:avLst>
              <a:gd name="adj" fmla="val 8453"/>
            </a:avLst>
          </a:prstGeom>
          <a:solidFill>
            <a:srgbClr val="DADBF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8937" y="1817266"/>
            <a:ext cx="205978" cy="2059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8834" y="2261592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UI/UX Designer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08834" y="2555900"/>
            <a:ext cx="232625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design, theme, and user experience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24414" y="1697608"/>
            <a:ext cx="2638946" cy="1661815"/>
          </a:xfrm>
          <a:prstGeom prst="roundRect">
            <a:avLst>
              <a:gd name="adj" fmla="val 3471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43464" y="1716658"/>
            <a:ext cx="2600846" cy="411956"/>
          </a:xfrm>
          <a:prstGeom prst="roundRect">
            <a:avLst>
              <a:gd name="adj" fmla="val 8453"/>
            </a:avLst>
          </a:prstGeom>
          <a:solidFill>
            <a:srgbClr val="DADBF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0860" y="1817266"/>
            <a:ext cx="205978" cy="2059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80758" y="2261592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Developer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80758" y="2555900"/>
            <a:ext cx="232625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and local storage implementation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80640" y="3492401"/>
            <a:ext cx="2638871" cy="1230957"/>
          </a:xfrm>
          <a:prstGeom prst="roundRect">
            <a:avLst>
              <a:gd name="adj" fmla="val 468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9690" y="3511451"/>
            <a:ext cx="2600771" cy="411956"/>
          </a:xfrm>
          <a:prstGeom prst="roundRect">
            <a:avLst>
              <a:gd name="adj" fmla="val 8453"/>
            </a:avLst>
          </a:prstGeom>
          <a:solidFill>
            <a:srgbClr val="DADBF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7087" y="3612059"/>
            <a:ext cx="205978" cy="2059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984" y="405638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Integration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6984" y="4350693"/>
            <a:ext cx="232618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 and AI-powered features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52490" y="3492401"/>
            <a:ext cx="2638946" cy="1230957"/>
          </a:xfrm>
          <a:prstGeom prst="roundRect">
            <a:avLst>
              <a:gd name="adj" fmla="val 4686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271540" y="3511451"/>
            <a:ext cx="2600846" cy="411956"/>
          </a:xfrm>
          <a:prstGeom prst="roundRect">
            <a:avLst>
              <a:gd name="adj" fmla="val 8453"/>
            </a:avLst>
          </a:prstGeom>
          <a:solidFill>
            <a:srgbClr val="DADBF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68937" y="3612059"/>
            <a:ext cx="205978" cy="20597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8834" y="4056385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QA Tester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408834" y="4350693"/>
            <a:ext cx="232625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and bug fixes</a:t>
            </a:r>
            <a:endParaRPr lang="en-US" sz="105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AEE1D7A-67AB-DB33-5AEC-8B09024BFC7F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36054"/>
            <a:ext cx="2934965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897359"/>
            <a:ext cx="81006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AutoParts Hub successfully delivers a complete, production-ready mobile commerce experience for the automotive market.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1643" y="1178347"/>
            <a:ext cx="1952253" cy="1278657"/>
          </a:xfrm>
          <a:prstGeom prst="roundRect">
            <a:avLst>
              <a:gd name="adj" fmla="val 38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56" y="1300460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643" y="1397273"/>
            <a:ext cx="158428" cy="1584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3756" y="174984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3756" y="1991544"/>
            <a:ext cx="170802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e-commerce functionality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71080" y="1178347"/>
            <a:ext cx="1952253" cy="1278657"/>
          </a:xfrm>
          <a:prstGeom prst="roundRect">
            <a:avLst>
              <a:gd name="adj" fmla="val 38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93194" y="1300460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0081" y="1397273"/>
            <a:ext cx="158428" cy="1584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3194" y="174984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Firebase Backend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693194" y="1991544"/>
            <a:ext cx="170802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Firebase cloud backend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620518" y="1178347"/>
            <a:ext cx="1952253" cy="1278657"/>
          </a:xfrm>
          <a:prstGeom prst="roundRect">
            <a:avLst>
              <a:gd name="adj" fmla="val 38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42631" y="1300460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9519" y="1397273"/>
            <a:ext cx="158428" cy="1584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42631" y="174984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42631" y="1991544"/>
            <a:ext cx="170802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assistant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669956" y="1178347"/>
            <a:ext cx="1952327" cy="1278657"/>
          </a:xfrm>
          <a:prstGeom prst="roundRect">
            <a:avLst>
              <a:gd name="adj" fmla="val 385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92069" y="1300460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8956" y="1397273"/>
            <a:ext cx="158428" cy="1584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92069" y="1749847"/>
            <a:ext cx="1521321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Mechanic Integration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792069" y="1991544"/>
            <a:ext cx="170810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mechanic integration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21643" y="2554188"/>
            <a:ext cx="4001691" cy="1106984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3756" y="2676302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4950B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643" y="2773114"/>
            <a:ext cx="158428" cy="1584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3756" y="312568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User-Friendly UI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43756" y="3367385"/>
            <a:ext cx="3757464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interface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20518" y="2554188"/>
            <a:ext cx="4001765" cy="1106984"/>
          </a:xfrm>
          <a:prstGeom prst="roundRect">
            <a:avLst>
              <a:gd name="adj" fmla="val 44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42631" y="2676302"/>
            <a:ext cx="352202" cy="352202"/>
          </a:xfrm>
          <a:prstGeom prst="roundRect">
            <a:avLst>
              <a:gd name="adj" fmla="val 16224861"/>
            </a:avLst>
          </a:prstGeom>
          <a:solidFill>
            <a:srgbClr val="4950BC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9519" y="2773114"/>
            <a:ext cx="158428" cy="1584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42631" y="312568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 SDG Aligned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742631" y="3367385"/>
            <a:ext cx="375753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SDG alignment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21643" y="3799805"/>
            <a:ext cx="8100640" cy="8781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21643" y="3983682"/>
            <a:ext cx="4050283" cy="506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3150" dirty="0"/>
          </a:p>
        </p:txBody>
      </p:sp>
      <p:sp>
        <p:nvSpPr>
          <p:cNvPr id="36" name="Text 28"/>
          <p:cNvSpPr/>
          <p:nvPr/>
        </p:nvSpPr>
        <p:spPr>
          <a:xfrm>
            <a:off x="521643" y="4635698"/>
            <a:ext cx="810064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We'd love to hear from you.</a:t>
            </a:r>
            <a:endParaRPr lang="en-US" sz="9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8813FA8-FD54-9503-FF83-2AD786D750B2}"/>
              </a:ext>
            </a:extLst>
          </p:cNvPr>
          <p:cNvSpPr/>
          <p:nvPr/>
        </p:nvSpPr>
        <p:spPr>
          <a:xfrm>
            <a:off x="7917517" y="4809314"/>
            <a:ext cx="1155075" cy="26251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11</cp:revision>
  <dcterms:created xsi:type="dcterms:W3CDTF">2026-05-10T00:07:14Z</dcterms:created>
  <dcterms:modified xsi:type="dcterms:W3CDTF">2026-05-10T00:10:49Z</dcterms:modified>
</cp:coreProperties>
</file>